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498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3E58B-7654-4EC2-AEB3-72172A41207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24F11-D90E-403D-AE66-DAD394D27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97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24F11-D90E-403D-AE66-DAD394D270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47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TourneyPredict Business 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Sports Prediction Platform</a:t>
            </a:r>
          </a:p>
          <a:p>
            <a:r>
              <a:t>Launch: FIFA World Cup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TourneyPredict</a:t>
            </a:r>
          </a:p>
          <a:p>
            <a:r>
              <a:t>AI, blockchain, gamification</a:t>
            </a:r>
          </a:p>
          <a:p>
            <a:r>
              <a:t>Immersive fan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Insights</a:t>
            </a:r>
          </a:p>
          <a:p>
            <a:r>
              <a:t>Global Accessibility &amp; Inclusivity</a:t>
            </a:r>
          </a:p>
          <a:p>
            <a:r>
              <a:t>Blockchain-Powered Trust</a:t>
            </a:r>
          </a:p>
          <a:p>
            <a:r>
              <a:t>Engaging, Scalable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 &amp; Growth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$1 entry fee recurring revenue</a:t>
            </a:r>
          </a:p>
          <a:p>
            <a:r>
              <a:rPr dirty="0"/>
              <a:t>Custom pools for institutions/influencers</a:t>
            </a:r>
          </a:p>
          <a:p>
            <a:r>
              <a:rPr lang="en-US" dirty="0"/>
              <a:t>1</a:t>
            </a:r>
            <a:r>
              <a:rPr dirty="0"/>
              <a:t>00M+ projected users during FIFA 2026</a:t>
            </a:r>
          </a:p>
          <a:p>
            <a:r>
              <a:rPr dirty="0"/>
              <a:t>Media partnerships (CNN, ESPN)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Disruptive solution in sports prediction</a:t>
            </a:r>
          </a:p>
          <a:p>
            <a:r>
              <a:t>Massive engaged user base</a:t>
            </a:r>
          </a:p>
          <a:p>
            <a:r>
              <a:t>Redefining sports engagement globally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Rollout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Pre-Launch Q1 2026: Beta testing, outreach</a:t>
            </a:r>
          </a:p>
          <a:p>
            <a:r>
              <a:t>Launch Q2 2026: FIFA World Cup debut, media partnerships</a:t>
            </a:r>
          </a:p>
          <a:p>
            <a:r>
              <a:t>Global Scaling Q3 2026+: UEFA, Super Bowl, localized enhancements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model development</a:t>
            </a:r>
          </a:p>
          <a:p>
            <a:r>
              <a:t>Blockchain integration</a:t>
            </a:r>
          </a:p>
          <a:p>
            <a:r>
              <a:t>Backend microservices</a:t>
            </a:r>
          </a:p>
          <a:p>
            <a:r>
              <a:t>Responsive frontend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Media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collaboration</a:t>
            </a:r>
          </a:p>
          <a:p>
            <a:r>
              <a:t>Visibility &amp; legitimacy</a:t>
            </a:r>
          </a:p>
          <a:p>
            <a:r>
              <a:t>Operational collaboration</a:t>
            </a:r>
          </a:p>
          <a:p>
            <a:r>
              <a:t>Institutional engagement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Scoring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stage: winner + scoreline points</a:t>
            </a:r>
          </a:p>
          <a:p>
            <a:r>
              <a:t>Final match: complex prediction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Registration &amp;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app download &amp; SMS verification</a:t>
            </a:r>
          </a:p>
          <a:p>
            <a:r>
              <a:t>Unique six-digit ID</a:t>
            </a:r>
          </a:p>
          <a:p>
            <a:r>
              <a:t>Personalized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Data Provider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Goalserve partnership</a:t>
            </a:r>
          </a:p>
          <a:p>
            <a:r>
              <a:t>Global coverage, real-time updates</a:t>
            </a:r>
          </a:p>
          <a:p>
            <a:r>
              <a:t>Integration 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 Wallet + Polygon payouts</a:t>
            </a:r>
          </a:p>
          <a:p>
            <a:r>
              <a:t>$1 entry fee simplicity</a:t>
            </a:r>
          </a:p>
          <a:p>
            <a:r>
              <a:t>Transparent deductions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Redefining digital sports engagement</a:t>
            </a:r>
          </a:p>
          <a:p>
            <a:r>
              <a:t>Preparing to lead by FIFA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Invitation to invest and collaborate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225</Words>
  <Application>Microsoft Office PowerPoint</Application>
  <PresentationFormat>On-screen Show (4:3)</PresentationFormat>
  <Paragraphs>56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TourneyPredict Business Case</vt:lpstr>
      <vt:lpstr>Introduction</vt:lpstr>
      <vt:lpstr>Key Features</vt:lpstr>
      <vt:lpstr>Revenue Model &amp; Growth Potential</vt:lpstr>
      <vt:lpstr>Investment Opportunity</vt:lpstr>
      <vt:lpstr>Roadmap &amp; Rollout Strategy</vt:lpstr>
      <vt:lpstr>Technical Requirements</vt:lpstr>
      <vt:lpstr>Strategic Media Partnership</vt:lpstr>
      <vt:lpstr>Prediction Scoring Model</vt:lpstr>
      <vt:lpstr>Registration &amp; User Experience</vt:lpstr>
      <vt:lpstr>Sports Data Provider Strategy</vt:lpstr>
      <vt:lpstr>Blockchain Strategy</vt:lpstr>
      <vt:lpstr>Conclusion</vt:lpstr>
      <vt:lpstr>Contact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Daboya</dc:creator>
  <cp:keywords/>
  <dc:description>generated using python-pptx</dc:description>
  <cp:lastModifiedBy>Suraz Ibrahim</cp:lastModifiedBy>
  <cp:revision>2</cp:revision>
  <dcterms:created xsi:type="dcterms:W3CDTF">2013-01-27T09:14:16Z</dcterms:created>
  <dcterms:modified xsi:type="dcterms:W3CDTF">2025-11-29T21:30:37Z</dcterms:modified>
  <cp:category/>
</cp:coreProperties>
</file>