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F7F498-0D61-60FE-1986-096D14B0DE0F}" v="5" dt="2025-10-24T12:39:04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49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tpBracket</a:t>
            </a:r>
            <a:r>
              <a:rPr dirty="0"/>
              <a:t>.com Technical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Hosted on Microsoft Azure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Microservices architecture for scalability and modularity</a:t>
            </a:r>
          </a:p>
          <a:p>
            <a:r>
              <a:t>Multi-region deployment for low latency and high availability</a:t>
            </a:r>
          </a:p>
          <a:p>
            <a:r>
              <a:t>Supports global user base with fault tolerance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Azure Services: AI &amp; Blockchain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Machine Learning for Smart Picks model training</a:t>
            </a:r>
          </a:p>
          <a:p>
            <a:r>
              <a:t>Azure Cognitive Services for multilingual translation</a:t>
            </a:r>
          </a:p>
          <a:p>
            <a:r>
              <a:t>Azure Databricks for real-time data ingestion</a:t>
            </a:r>
          </a:p>
          <a:p>
            <a:r>
              <a:t>Azure Blockchain Workbench or Quorum on AKS for smart contracts</a:t>
            </a:r>
          </a:p>
          <a:p>
            <a:r>
              <a:t>Azure Key Vault for secure key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Azure Services: Backend &amp;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Kubernetes Service (AKS) for microservices</a:t>
            </a:r>
          </a:p>
          <a:p>
            <a:r>
              <a:t>Azure API Management for secure API access</a:t>
            </a:r>
          </a:p>
          <a:p>
            <a:r>
              <a:t>Azure Functions for serverless tasks</a:t>
            </a:r>
          </a:p>
          <a:p>
            <a:r>
              <a:t>Azure Cosmos DB for user and game data</a:t>
            </a:r>
          </a:p>
          <a:p>
            <a:r>
              <a:t>Azure Blob Storage for media and logs</a:t>
            </a:r>
          </a:p>
          <a:p>
            <a:r>
              <a:t>Azure SQL Database for transactional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Active Directory B2C for user authentication</a:t>
            </a:r>
          </a:p>
          <a:p>
            <a:r>
              <a:t>Azure DDoS Protection and WAF for security</a:t>
            </a:r>
          </a:p>
          <a:p>
            <a:r>
              <a:t>Azure Monitor and Log Analytics for diagnostics</a:t>
            </a:r>
          </a:p>
          <a:p>
            <a:r>
              <a:t>Azure App Service and Static Web Apps for frontend hosting</a:t>
            </a:r>
          </a:p>
          <a:p>
            <a:r>
              <a:t>Azure Notification Hubs for mobile push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dirty="0"/>
              <a:t>Pre-Launch (</a:t>
            </a:r>
            <a:r>
              <a:rPr lang="en-US" dirty="0"/>
              <a:t>Q1</a:t>
            </a:r>
            <a:r>
              <a:rPr dirty="0"/>
              <a:t> </a:t>
            </a:r>
            <a:r>
              <a:rPr lang="en-US" dirty="0"/>
              <a:t>2026</a:t>
            </a:r>
            <a:r>
              <a:rPr dirty="0"/>
              <a:t>): Dev/test environments, beta testing, AI training</a:t>
            </a:r>
          </a:p>
          <a:p>
            <a:r>
              <a:rPr dirty="0"/>
              <a:t>Launch </a:t>
            </a:r>
            <a:r>
              <a:rPr lang="en-US" dirty="0"/>
              <a:t>(</a:t>
            </a:r>
            <a:r>
              <a:rPr dirty="0"/>
              <a:t>Q2 2026): World Cup debut, media integration, global CDN</a:t>
            </a:r>
            <a:endParaRPr dirty="0">
              <a:ea typeface="Calibri"/>
              <a:cs typeface="Calibri"/>
            </a:endParaRPr>
          </a:p>
          <a:p>
            <a:r>
              <a:rPr dirty="0"/>
              <a:t>Global Scaling (Q3 2026+): Regional expansion, new tournaments, localization</a:t>
            </a:r>
            <a:endParaRPr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CI/CD &amp; DevOps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DevOps for source control and pipelines</a:t>
            </a:r>
          </a:p>
          <a:p>
            <a:r>
              <a:t>GitHub Actions for automated testing and deployment</a:t>
            </a:r>
          </a:p>
          <a:p>
            <a:r>
              <a:t>Terraform or Bicep for infrastructure as code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Front Door for global load balancing</a:t>
            </a:r>
          </a:p>
          <a:p>
            <a:r>
              <a:t>Azure CDN for static content caching</a:t>
            </a:r>
          </a:p>
          <a:p>
            <a:r>
              <a:t>Auto-scaling AKS clusters for traffic spikes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Policy and Blueprints for regulatory compliance</a:t>
            </a:r>
          </a:p>
          <a:p>
            <a:r>
              <a:t>Azure Cost Management for budget monitoring and optimization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52D7FD-E05C-6762-CFEB-153343673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47625"/>
            <a:ext cx="9014791" cy="676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81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275</Words>
  <Application>Microsoft Office PowerPoint</Application>
  <PresentationFormat>On-screen Show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tpBracket.com Technical Implementation</vt:lpstr>
      <vt:lpstr>Architecture Overview</vt:lpstr>
      <vt:lpstr>Core Azure Services: AI &amp; Blockchain</vt:lpstr>
      <vt:lpstr>Core Azure Services: Backend &amp; Storage</vt:lpstr>
      <vt:lpstr>Security &amp; Frontend</vt:lpstr>
      <vt:lpstr>Deployment Strategy</vt:lpstr>
      <vt:lpstr>CI/CD &amp; DevOps</vt:lpstr>
      <vt:lpstr>Scalability &amp; Performance</vt:lpstr>
      <vt:lpstr>Compliance &amp; Governance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Daboya</dc:creator>
  <cp:keywords/>
  <dc:description>generated using python-pptx</dc:description>
  <cp:lastModifiedBy>Suraz Ibrahim</cp:lastModifiedBy>
  <cp:revision>10</cp:revision>
  <dcterms:created xsi:type="dcterms:W3CDTF">2013-01-27T09:14:16Z</dcterms:created>
  <dcterms:modified xsi:type="dcterms:W3CDTF">2025-11-29T22:01:04Z</dcterms:modified>
  <cp:category/>
</cp:coreProperties>
</file>